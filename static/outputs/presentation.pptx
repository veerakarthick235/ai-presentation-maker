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media1.mp3" ContentType="audio/mpeg"/>
  <Override PartName="/ppt/media/media2.mp3" ContentType="audio/mpeg"/>
  <Override PartName="/ppt/media/media3.mp3" ContentType="audio/mpeg"/>
  <Override PartName="/ppt/media/media4.mp3" ContentType="audio/mpeg"/>
  <Override PartName="/ppt/media/media5.mp3" ContentType="audio/mpe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3"/><Relationship Id="rId3" Type="http://schemas.openxmlformats.org/officeDocument/2006/relationships/video" Target="../media/media1.mp3"/><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2.mp3"/><Relationship Id="rId3" Type="http://schemas.openxmlformats.org/officeDocument/2006/relationships/video" Target="../media/media2.mp3"/><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3.mp3"/><Relationship Id="rId3" Type="http://schemas.openxmlformats.org/officeDocument/2006/relationships/video" Target="../media/media3.mp3"/><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4.mp3"/><Relationship Id="rId3" Type="http://schemas.openxmlformats.org/officeDocument/2006/relationships/video" Target="../media/media4.mp3"/><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5.mp3"/><Relationship Id="rId3" Type="http://schemas.openxmlformats.org/officeDocument/2006/relationships/video" Target="../media/media5.mp3"/><Relationship Id="rId4"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The Dawn of a New Era: Understanding AI's Future</a:t>
            </a:r>
          </a:p>
        </p:txBody>
      </p:sp>
      <p:sp>
        <p:nvSpPr>
          <p:cNvPr id="3" name="Subtitle 2"/>
          <p:cNvSpPr>
            <a:spLocks noGrp="1"/>
          </p:cNvSpPr>
          <p:nvPr>
            <p:ph type="subTitle" idx="1"/>
          </p:nvPr>
        </p:nvSpPr>
        <p:spPr/>
        <p:txBody>
          <a:bodyPr/>
          <a:lstStyle/>
          <a:p>
            <a:r>
              <a:t>AI-Generated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Dawn of a New Era: Understanding AI's Future</a:t>
            </a:r>
          </a:p>
        </p:txBody>
      </p:sp>
      <p:sp>
        <p:nvSpPr>
          <p:cNvPr id="3" name="Content Placeholder 2"/>
          <p:cNvSpPr>
            <a:spLocks noGrp="1"/>
          </p:cNvSpPr>
          <p:nvPr>
            <p:ph idx="1"/>
          </p:nvPr>
        </p:nvSpPr>
        <p:spPr/>
        <p:txBody>
          <a:bodyPr/>
          <a:lstStyle/>
          <a:p>
            <a:r>
              <a:t>Artificial Intelligence is rapidly evolving beyond its current capabilities, promising to redefine industries and human interaction. Its future holds immense potential, from automating complex tasks to unlocking scientific breakthroughs. This presentation explores the transformative trajectory of AI and its profound implications for our world.</a:t>
            </a:r>
          </a:p>
        </p:txBody>
      </p:sp>
      <p:pic>
        <p:nvPicPr>
          <p:cNvPr id="4" name="slide_1.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7772400" y="457200"/>
            <a:ext cx="914400" cy="9144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Exponential Growth: AGI, ML, and Quantum Computing</a:t>
            </a:r>
          </a:p>
        </p:txBody>
      </p:sp>
      <p:sp>
        <p:nvSpPr>
          <p:cNvPr id="3" name="Content Placeholder 2"/>
          <p:cNvSpPr>
            <a:spLocks noGrp="1"/>
          </p:cNvSpPr>
          <p:nvPr>
            <p:ph idx="1"/>
          </p:nvPr>
        </p:nvSpPr>
        <p:spPr/>
        <p:txBody>
          <a:bodyPr/>
          <a:lstStyle/>
          <a:p>
            <a:r>
              <a:t>The future of AI is driven by advancements towards Artificial General Intelligence (AGI), enabling AI to perform any intellectual task a human can. Machine Learning continues to advance with techniques like foundation models, while quantum computing could unlock unprecedented processing power for AI. These technologies are converging to create increasingly sophisticated and autonomous AI systems.</a:t>
            </a:r>
          </a:p>
        </p:txBody>
      </p:sp>
      <p:pic>
        <p:nvPicPr>
          <p:cNvPr id="4" name="slide_2.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7772400" y="457200"/>
            <a:ext cx="914400" cy="9144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Transforming Industries and Society</a:t>
            </a:r>
          </a:p>
        </p:txBody>
      </p:sp>
      <p:sp>
        <p:nvSpPr>
          <p:cNvPr id="3" name="Content Placeholder 2"/>
          <p:cNvSpPr>
            <a:spLocks noGrp="1"/>
          </p:cNvSpPr>
          <p:nvPr>
            <p:ph idx="1"/>
          </p:nvPr>
        </p:nvSpPr>
        <p:spPr/>
        <p:txBody>
          <a:bodyPr/>
          <a:lstStyle/>
          <a:p>
            <a:r>
              <a:t>AI will revolutionize every sector, enhancing healthcare with personalized medicine, optimizing logistics, and personalizing education. In daily life, AI assistants will become more intuitive, and smart cities will leverage AI for efficiency and sustainability. This widespread integration will lead to significant productivity gains and new forms of human-AI collaboration.</a:t>
            </a:r>
          </a:p>
        </p:txBody>
      </p:sp>
      <p:pic>
        <p:nvPicPr>
          <p:cNvPr id="4" name="slide_3.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7772400" y="457200"/>
            <a:ext cx="914400" cy="9144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Navigating Challenges and Ethical Frontiers</a:t>
            </a:r>
          </a:p>
        </p:txBody>
      </p:sp>
      <p:sp>
        <p:nvSpPr>
          <p:cNvPr id="3" name="Content Placeholder 2"/>
          <p:cNvSpPr>
            <a:spLocks noGrp="1"/>
          </p:cNvSpPr>
          <p:nvPr>
            <p:ph idx="1"/>
          </p:nvPr>
        </p:nvSpPr>
        <p:spPr/>
        <p:txBody>
          <a:bodyPr/>
          <a:lstStyle/>
          <a:p>
            <a:r>
              <a:t>The future of AI also presents critical challenges, including job displacement, bias in algorithms, and the need for robust security and privacy measures. Ethical frameworks are crucial to ensure AI development aligns with human values and benefits all of society. Addressing these issues proactively is paramount for a positive AI-driven future.</a:t>
            </a:r>
          </a:p>
        </p:txBody>
      </p:sp>
      <p:pic>
        <p:nvPicPr>
          <p:cNvPr id="4" name="slide_4.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7772400" y="457200"/>
            <a:ext cx="914400" cy="9144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Collaborative Future: Human-AI Synergy</a:t>
            </a:r>
          </a:p>
        </p:txBody>
      </p:sp>
      <p:sp>
        <p:nvSpPr>
          <p:cNvPr id="3" name="Content Placeholder 2"/>
          <p:cNvSpPr>
            <a:spLocks noGrp="1"/>
          </p:cNvSpPr>
          <p:nvPr>
            <p:ph idx="1"/>
          </p:nvPr>
        </p:nvSpPr>
        <p:spPr/>
        <p:txBody>
          <a:bodyPr/>
          <a:lstStyle/>
          <a:p>
            <a:r>
              <a:t>The future of AI isn't about replacing humans but augmenting our capabilities and fostering unprecedented collaboration. By focusing on responsible development, ethical guidelines, and inclusive access, we can harness AI's power to solve global challenges. The ultimate vision is a symbiotic relationship where AI enhances human potential and leads to a more innovative and equitable future.</a:t>
            </a:r>
          </a:p>
        </p:txBody>
      </p:sp>
      <p:pic>
        <p:nvPicPr>
          <p:cNvPr id="4" name="slide_5.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7772400" y="457200"/>
            <a:ext cx="914400" cy="9144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